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7" d="100"/>
          <a:sy n="97" d="100"/>
        </p:scale>
        <p:origin x="14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688F-89DD-499A-BD36-2D54CB57D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0410F6-9ACF-4352-8E7E-B55B50DA0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48BC4-ED8D-4751-A7F2-3039B5188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A480B-7CB5-4DF9-9CB8-5C1AF8DC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C41F0-7999-4409-8698-BD718EF2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907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8A327-258B-4932-9C7C-2548E6E8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8135F-2E4E-45A8-952D-605C9F07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D6A24-B324-4FEE-B77A-F501D599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7D546-1971-4F07-92F1-D8E7B568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B5EA2-D51E-475A-994C-CF72C965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90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EA3AF-E3BD-4D44-9DA6-EC8D38DC7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13662A-D272-474D-9CE2-AD0B72F6A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3F93F-C7DE-491E-835B-CC63A653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CD531-3155-4407-881B-2D022698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A5058-06D7-4CDC-B2EF-5A2D10DE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247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EC99-8A61-4502-84C8-5C5E579C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7218D-A9FC-4F6E-9FDE-D3E87EA868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43160-D460-426F-8287-1F6818148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BDA3B-5342-480C-A3A7-CCF50414C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26E5C-3639-4578-8BD7-AE566A58C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01A5E-F401-4935-B0D3-29FC1DE9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1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389A-9421-463C-9833-10FA2237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70F10-09A3-4769-8BF7-293AE9260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D46E8-9A49-43A4-B1CC-30A9370F5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D79E7-111E-49E0-8243-5C247DADC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62D4D-143D-4CC4-A77C-D4D034888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E0E60-4108-49D8-8CB7-69C2C9D01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B72F7-4B5E-425E-AEEE-E5AFA669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4F10B-64C6-47A9-9C8D-D7505EED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43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0FAD-8D0E-48C2-8DE1-D2881B6D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B7917-33FB-49CA-891B-FA9D6EDB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B7C75B-4FE5-4038-BFA8-BFDF421B4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44A9A-829A-4AF7-8AA2-2A93A983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57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32507-F621-4A27-A3F5-71D6B70B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8A69A-5598-45BC-88B2-4E9B702A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10BFA-1BCE-45C1-8660-11AF62A3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4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9914-2FE2-4AC9-A836-60C390678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98F5-52C9-48D2-B5F6-FC410DEDE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9AA5D-A911-4319-8572-B98F55F49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746CD-A607-4B07-8361-C54D10CC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8CB21-383E-46F6-9B0C-942508997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E6B28-B4ED-4C58-A284-1443A726F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2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348A-4581-4315-8E29-ABCC4C2E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077E4-38E4-4767-A24E-717F10995F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4F30C-B10F-4AD1-8195-50AE0AF7C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F971E-8DFF-4745-82E4-92909FC3E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AE404-DF23-4689-9616-3724D20E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3366A-3236-4307-B859-FF3FBF3F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78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51DE-ABFA-4BF1-B328-C3D291C7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907882-366C-4B51-978E-FC041F908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CB45F-4F81-49D7-BE80-DA8F36AB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6865C-807B-47FB-8795-3DF2BEB3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C8967-02D2-46BD-92DC-97BFF53A3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01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6DFFA-59AA-419E-B21C-62DEAA0641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A3427-C2D6-4B94-9376-DBBD944DA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1E6B-6899-4AAF-9F4F-1BCACE905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4F1A5-15DA-4FAD-B6AB-7E94C7CF0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28B7-2E5B-4054-9AE5-27472E31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70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43F1DD-8670-4FA6-962E-771F1EB2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8AD29-B5CB-49BF-8B26-5DF5E8454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EF33E-987A-44BF-B3D0-483525A4F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508F5-854F-48D0-8D4B-45AFB760C864}" type="datetimeFigureOut">
              <a:rPr lang="en-US" smtClean="0"/>
              <a:t>5/3/2026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D2130-0489-4F31-85EE-454CCFD71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E0A88-9248-4589-B0E2-6A6367483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AB017-AB1A-41FD-ABF7-314F219ED3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1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339B-4141-48CF-A1C1-2B5D600AE6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6E4192-D1B2-4A32-86CF-30227FA241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5A113-219E-4AFD-9ECC-097432FA8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3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983A6-1ECB-4B5E-A786-9456B905E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77D535-4CB9-4D80-A57A-D168B99B8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6342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6DBC-9DEA-4E5A-B845-3A1DCC1E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7275BF-DA0F-42D6-A9D9-7A2812BA6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6941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D078-B3C1-457A-A38B-2C3299A4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30603E-3624-4D94-A481-F4BE25B98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4952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22093-15A2-461A-B8DF-DDEF2F47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FAEEDE-22EE-4AD4-93F8-BA25AF4AB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57690" cy="6894951"/>
          </a:xfrm>
        </p:spPr>
      </p:pic>
    </p:spTree>
    <p:extLst>
      <p:ext uri="{BB962C8B-B14F-4D97-AF65-F5344CB8AC3E}">
        <p14:creationId xmlns:p14="http://schemas.microsoft.com/office/powerpoint/2010/main" val="1379197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F8F61-C6AB-40BE-AC30-8EF8A6B9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53936D-C624-441F-B2B8-38490E3B7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15511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BBE9-6971-4825-87E5-161046C7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086C31-0810-4D86-AC02-3AD2D5972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71976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753C-BBE4-4EB0-9BD6-B6C70659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EF6944-3CEE-4051-874D-1F80DE3CC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2425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4E59-E7BD-4ADA-8D22-3BDFF400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8C59B-0330-4E45-8231-4445CA627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897329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BC76-13B4-4EC8-B096-AFF27102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20D3B6-54C1-4EF4-A3B0-B399D28AB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43292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630B-6A7D-46E2-9B36-E3FD7FC5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D6471-47D4-4155-84C3-C70E22494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48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70163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E166-E34B-487A-B26D-1BC8F8C73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9962A3-88EE-47DD-BD9C-1B3BEA383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</p:spPr>
      </p:pic>
    </p:spTree>
    <p:extLst>
      <p:ext uri="{BB962C8B-B14F-4D97-AF65-F5344CB8AC3E}">
        <p14:creationId xmlns:p14="http://schemas.microsoft.com/office/powerpoint/2010/main" val="2687939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889AB-A9F8-46B2-8AE1-C9CE3130E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099AC0-552D-45A3-B20F-FCADD8793C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62259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9C61-442E-4F58-93B5-C0133C1D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0E7AD2-1CED-4BD4-B73F-5832FCE00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38033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693B-FCB2-46EA-B307-5F199A9C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D71D68-9AF4-4F06-956D-F62238D83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438139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2026-05-03T15:47:10Z</dcterms:created>
  <dcterms:modified xsi:type="dcterms:W3CDTF">2026-05-03T15:48:11Z</dcterms:modified>
</cp:coreProperties>
</file>